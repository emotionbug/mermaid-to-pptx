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124079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044379" y="254000"/>
            <a:ext cx="3088123" cy="11894419"/>
          </a:xfrm>
          <a:prstGeom prst="rect">
            <a:avLst/>
          </a:prstGeom>
          <a:solidFill>
            <a:srgbClr val="EBF5EB"/>
          </a:solidFill>
          <a:ln w="12700">
            <a:solidFill>
              <a:srgbClr val="000000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7309636" y="322781"/>
            <a:ext cx="544909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latin typeface="trebuchet ms"/>
              </a:rPr>
              <a:t>"Internal Area"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8521311" y="11725534"/>
            <a:ext cx="193008" cy="193008"/>
          </a:xfrm>
          <a:custGeom>
            <a:avLst/>
            <a:gdLst/>
            <a:ahLst/>
            <a:cxnLst/>
            <a:rect r="r" b="b" t="t" l="l"/>
            <a:pathLst>
              <a:path h="193008" w="193008">
                <a:moveTo>
                  <a:pt x="0" y="29694"/>
                </a:moveTo>
                <a:cubicBezTo>
                  <a:pt x="0" y="46093"/>
                  <a:pt x="43206" y="59387"/>
                  <a:pt x="96503" y="59387"/>
                </a:cubicBezTo>
                <a:cubicBezTo>
                  <a:pt x="149801" y="59387"/>
                  <a:pt x="193007" y="46093"/>
                  <a:pt x="193007" y="29694"/>
                </a:cubicBezTo>
                <a:cubicBezTo>
                  <a:pt x="193007" y="13294"/>
                  <a:pt x="149801" y="0"/>
                  <a:pt x="96503" y="0"/>
                </a:cubicBezTo>
                <a:cubicBezTo>
                  <a:pt x="43206" y="0"/>
                  <a:pt x="0" y="13294"/>
                  <a:pt x="0" y="29694"/>
                </a:cubicBezTo>
                <a:lnTo>
                  <a:pt x="0" y="163314"/>
                </a:lnTo>
                <a:cubicBezTo>
                  <a:pt x="0" y="179713"/>
                  <a:pt x="43206" y="193008"/>
                  <a:pt x="96503" y="193008"/>
                </a:cubicBezTo>
                <a:cubicBezTo>
                  <a:pt x="149801" y="193008"/>
                  <a:pt x="193007" y="179713"/>
                  <a:pt x="193007" y="163314"/>
                </a:cubicBezTo>
                <a:lnTo>
                  <a:pt x="193007" y="29694"/>
                </a:lnTo>
              </a:path>
            </a:pathLst>
          </a:cu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5" id="5"/>
          <p:cNvSpPr txBox="true"/>
          <p:nvPr/>
        </p:nvSpPr>
        <p:spPr>
          <a:xfrm>
            <a:off x="8482580" y="11936696"/>
            <a:ext cx="264337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CACHE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>
            <a:off x="7491936" y="11725534"/>
            <a:ext cx="193008" cy="193008"/>
          </a:xfrm>
          <a:custGeom>
            <a:avLst/>
            <a:gdLst/>
            <a:ahLst/>
            <a:cxnLst/>
            <a:rect r="r" b="b" t="t" l="l"/>
            <a:pathLst>
              <a:path h="193008" w="193008">
                <a:moveTo>
                  <a:pt x="0" y="29694"/>
                </a:moveTo>
                <a:cubicBezTo>
                  <a:pt x="0" y="46093"/>
                  <a:pt x="43207" y="59387"/>
                  <a:pt x="96504" y="59387"/>
                </a:cubicBezTo>
                <a:cubicBezTo>
                  <a:pt x="149802" y="59387"/>
                  <a:pt x="193008" y="46093"/>
                  <a:pt x="193008" y="29694"/>
                </a:cubicBezTo>
                <a:cubicBezTo>
                  <a:pt x="193008" y="13294"/>
                  <a:pt x="149802" y="0"/>
                  <a:pt x="96504" y="0"/>
                </a:cubicBezTo>
                <a:cubicBezTo>
                  <a:pt x="43207" y="0"/>
                  <a:pt x="0" y="13294"/>
                  <a:pt x="0" y="29694"/>
                </a:cubicBezTo>
                <a:lnTo>
                  <a:pt x="0" y="163314"/>
                </a:lnTo>
                <a:cubicBezTo>
                  <a:pt x="0" y="179713"/>
                  <a:pt x="43207" y="193008"/>
                  <a:pt x="96504" y="193008"/>
                </a:cubicBezTo>
                <a:cubicBezTo>
                  <a:pt x="149802" y="193008"/>
                  <a:pt x="193008" y="179713"/>
                  <a:pt x="193008" y="163314"/>
                </a:cubicBezTo>
                <a:lnTo>
                  <a:pt x="193008" y="29694"/>
                </a:lnTo>
              </a:path>
            </a:pathLst>
          </a:cu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539823" y="11936696"/>
            <a:ext cx="101271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DB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173051" y="11710935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6413413" y="11833758"/>
            <a:ext cx="284469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Service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5117942" y="11710935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11" id="11"/>
          <p:cNvSpPr txBox="true"/>
          <p:nvPr/>
        </p:nvSpPr>
        <p:spPr>
          <a:xfrm>
            <a:off x="5303337" y="11833758"/>
            <a:ext cx="39457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API Server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4088568" y="11710935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13" id="13"/>
          <p:cNvSpPr txBox="true"/>
          <p:nvPr/>
        </p:nvSpPr>
        <p:spPr>
          <a:xfrm>
            <a:off x="4352147" y="11833758"/>
            <a:ext cx="237613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Client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3059194" y="11710935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3363354" y="11833758"/>
            <a:ext cx="169661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User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>
            <a:off x="8617814" y="840743"/>
            <a:ext cx="0" cy="10870191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Freeform 17" id="17"/>
          <p:cNvSpPr/>
          <p:nvPr/>
        </p:nvSpPr>
        <p:spPr>
          <a:xfrm>
            <a:off x="8521311" y="545788"/>
            <a:ext cx="193008" cy="193008"/>
          </a:xfrm>
          <a:custGeom>
            <a:avLst/>
            <a:gdLst/>
            <a:ahLst/>
            <a:cxnLst/>
            <a:rect r="r" b="b" t="t" l="l"/>
            <a:pathLst>
              <a:path h="193008" w="193008">
                <a:moveTo>
                  <a:pt x="0" y="29693"/>
                </a:moveTo>
                <a:cubicBezTo>
                  <a:pt x="0" y="46093"/>
                  <a:pt x="43206" y="59387"/>
                  <a:pt x="96503" y="59387"/>
                </a:cubicBezTo>
                <a:cubicBezTo>
                  <a:pt x="149801" y="59387"/>
                  <a:pt x="193007" y="46093"/>
                  <a:pt x="193007" y="29693"/>
                </a:cubicBezTo>
                <a:cubicBezTo>
                  <a:pt x="193007" y="13294"/>
                  <a:pt x="149801" y="0"/>
                  <a:pt x="96503" y="0"/>
                </a:cubicBezTo>
                <a:cubicBezTo>
                  <a:pt x="43206" y="0"/>
                  <a:pt x="0" y="13294"/>
                  <a:pt x="0" y="29693"/>
                </a:cubicBezTo>
                <a:lnTo>
                  <a:pt x="0" y="163314"/>
                </a:lnTo>
                <a:cubicBezTo>
                  <a:pt x="0" y="179713"/>
                  <a:pt x="43206" y="193008"/>
                  <a:pt x="96503" y="193008"/>
                </a:cubicBezTo>
                <a:cubicBezTo>
                  <a:pt x="149801" y="193008"/>
                  <a:pt x="193007" y="179713"/>
                  <a:pt x="193007" y="163314"/>
                </a:cubicBezTo>
                <a:lnTo>
                  <a:pt x="193007" y="29693"/>
                </a:lnTo>
              </a:path>
            </a:pathLst>
          </a:cu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18" id="18"/>
          <p:cNvSpPr txBox="true"/>
          <p:nvPr/>
        </p:nvSpPr>
        <p:spPr>
          <a:xfrm>
            <a:off x="8482580" y="759671"/>
            <a:ext cx="264337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CACHE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>
            <a:off x="7588440" y="840743"/>
            <a:ext cx="0" cy="10870191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Freeform 20" id="20"/>
          <p:cNvSpPr/>
          <p:nvPr/>
        </p:nvSpPr>
        <p:spPr>
          <a:xfrm>
            <a:off x="7491936" y="545788"/>
            <a:ext cx="193008" cy="193008"/>
          </a:xfrm>
          <a:custGeom>
            <a:avLst/>
            <a:gdLst/>
            <a:ahLst/>
            <a:cxnLst/>
            <a:rect r="r" b="b" t="t" l="l"/>
            <a:pathLst>
              <a:path h="193008" w="193008">
                <a:moveTo>
                  <a:pt x="0" y="29693"/>
                </a:moveTo>
                <a:cubicBezTo>
                  <a:pt x="0" y="46093"/>
                  <a:pt x="43207" y="59387"/>
                  <a:pt x="96504" y="59387"/>
                </a:cubicBezTo>
                <a:cubicBezTo>
                  <a:pt x="149802" y="59387"/>
                  <a:pt x="193008" y="46093"/>
                  <a:pt x="193008" y="29693"/>
                </a:cubicBezTo>
                <a:cubicBezTo>
                  <a:pt x="193008" y="13294"/>
                  <a:pt x="149802" y="0"/>
                  <a:pt x="96504" y="0"/>
                </a:cubicBezTo>
                <a:cubicBezTo>
                  <a:pt x="43207" y="0"/>
                  <a:pt x="0" y="13294"/>
                  <a:pt x="0" y="29693"/>
                </a:cubicBezTo>
                <a:lnTo>
                  <a:pt x="0" y="163314"/>
                </a:lnTo>
                <a:cubicBezTo>
                  <a:pt x="0" y="179713"/>
                  <a:pt x="43207" y="193008"/>
                  <a:pt x="96504" y="193008"/>
                </a:cubicBezTo>
                <a:cubicBezTo>
                  <a:pt x="149802" y="193008"/>
                  <a:pt x="193008" y="179713"/>
                  <a:pt x="193008" y="163314"/>
                </a:cubicBezTo>
                <a:lnTo>
                  <a:pt x="193008" y="29693"/>
                </a:lnTo>
              </a:path>
            </a:pathLst>
          </a:cu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21" id="21"/>
          <p:cNvSpPr txBox="true"/>
          <p:nvPr/>
        </p:nvSpPr>
        <p:spPr>
          <a:xfrm>
            <a:off x="7539823" y="759671"/>
            <a:ext cx="101271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DB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>
            <a:off x="6559066" y="789275"/>
            <a:ext cx="0" cy="1092166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23" id="23"/>
          <p:cNvSpPr/>
          <p:nvPr/>
        </p:nvSpPr>
        <p:spPr>
          <a:xfrm>
            <a:off x="6173051" y="454728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24" id="24"/>
          <p:cNvSpPr txBox="true"/>
          <p:nvPr/>
        </p:nvSpPr>
        <p:spPr>
          <a:xfrm>
            <a:off x="6413413" y="577551"/>
            <a:ext cx="284469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Service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>
            <a:off x="5503957" y="789275"/>
            <a:ext cx="0" cy="1092166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26" id="26"/>
          <p:cNvSpPr/>
          <p:nvPr/>
        </p:nvSpPr>
        <p:spPr>
          <a:xfrm>
            <a:off x="5117942" y="454728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27" id="27"/>
          <p:cNvSpPr txBox="true"/>
          <p:nvPr/>
        </p:nvSpPr>
        <p:spPr>
          <a:xfrm>
            <a:off x="5303337" y="577551"/>
            <a:ext cx="39457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API Server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>
            <a:off x="4474583" y="789275"/>
            <a:ext cx="0" cy="1092166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29" id="29"/>
          <p:cNvSpPr/>
          <p:nvPr/>
        </p:nvSpPr>
        <p:spPr>
          <a:xfrm>
            <a:off x="4088568" y="454728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30" id="30"/>
          <p:cNvSpPr txBox="true"/>
          <p:nvPr/>
        </p:nvSpPr>
        <p:spPr>
          <a:xfrm>
            <a:off x="4352147" y="577551"/>
            <a:ext cx="237613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Client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>
            <a:off x="3445209" y="789275"/>
            <a:ext cx="0" cy="1092166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32" id="32"/>
          <p:cNvSpPr/>
          <p:nvPr/>
        </p:nvSpPr>
        <p:spPr>
          <a:xfrm>
            <a:off x="3059194" y="454728"/>
            <a:ext cx="772031" cy="334547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33" id="33"/>
          <p:cNvSpPr txBox="true"/>
          <p:nvPr/>
        </p:nvSpPr>
        <p:spPr>
          <a:xfrm>
            <a:off x="3363354" y="577551"/>
            <a:ext cx="169661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User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3316537" y="840743"/>
            <a:ext cx="2316092" cy="200728"/>
          </a:xfrm>
          <a:prstGeom prst="rect">
            <a:avLst/>
          </a:prstGeom>
          <a:solidFill>
            <a:srgbClr val="FFF5AD"/>
          </a:solidFill>
          <a:ln w="12700">
            <a:solidFill>
              <a:srgbClr val="AAAA33"/>
            </a:solidFill>
          </a:ln>
        </p:spPr>
      </p:sp>
      <p:sp>
        <p:nvSpPr>
          <p:cNvPr name="TextBox 35" id="35"/>
          <p:cNvSpPr txBox="true"/>
          <p:nvPr/>
        </p:nvSpPr>
        <p:spPr>
          <a:xfrm>
            <a:off x="4301645" y="894059"/>
            <a:ext cx="34628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Data 조회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3316537" y="3481088"/>
            <a:ext cx="2316092" cy="200728"/>
          </a:xfrm>
          <a:prstGeom prst="rect">
            <a:avLst/>
          </a:prstGeom>
          <a:solidFill>
            <a:srgbClr val="FFF5AD"/>
          </a:solidFill>
          <a:ln w="12700">
            <a:solidFill>
              <a:srgbClr val="AAAA33"/>
            </a:solidFill>
          </a:ln>
        </p:spPr>
      </p:sp>
      <p:sp>
        <p:nvSpPr>
          <p:cNvPr name="TextBox 37" id="37"/>
          <p:cNvSpPr txBox="true"/>
          <p:nvPr/>
        </p:nvSpPr>
        <p:spPr>
          <a:xfrm>
            <a:off x="4310674" y="3534404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ea typeface="trebuchet ms"/>
              </a:rPr>
              <a:t>등록 처리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>
            <a:off x="5447342" y="4927359"/>
            <a:ext cx="2197714" cy="0"/>
          </a:xfrm>
          <a:prstGeom prst="line">
            <a:avLst/>
          </a:prstGeom>
          <a:solidFill>
            <a:srgbClr val="DACEF3"/>
          </a:solidFill>
          <a:ln w="25400">
            <a:solidFill>
              <a:srgbClr val="DACEF3"/>
            </a:solidFill>
            <a:prstDash val="dot"/>
          </a:ln>
        </p:spPr>
      </p:cxnSp>
      <p:cxnSp>
        <p:nvCxnSpPr>
          <p:cNvPr name="Connector 39" id="39"/>
          <p:cNvCxnSpPr/>
          <p:nvPr/>
        </p:nvCxnSpPr>
        <p:spPr>
          <a:xfrm>
            <a:off x="7645056" y="4927359"/>
            <a:ext cx="0" cy="1399949"/>
          </a:xfrm>
          <a:prstGeom prst="line">
            <a:avLst/>
          </a:prstGeom>
          <a:solidFill>
            <a:srgbClr val="DACEF3"/>
          </a:solidFill>
          <a:ln w="25400">
            <a:solidFill>
              <a:srgbClr val="DACEF3"/>
            </a:solidFill>
            <a:prstDash val="dot"/>
          </a:ln>
        </p:spPr>
      </p:cxnSp>
      <p:cxnSp>
        <p:nvCxnSpPr>
          <p:cNvPr name="Connector 40" id="40"/>
          <p:cNvCxnSpPr/>
          <p:nvPr/>
        </p:nvCxnSpPr>
        <p:spPr>
          <a:xfrm>
            <a:off x="5447342" y="6327308"/>
            <a:ext cx="2197714" cy="0"/>
          </a:xfrm>
          <a:prstGeom prst="line">
            <a:avLst/>
          </a:prstGeom>
          <a:solidFill>
            <a:srgbClr val="DACEF3"/>
          </a:solidFill>
          <a:ln w="25400">
            <a:solidFill>
              <a:srgbClr val="DACEF3"/>
            </a:solidFill>
            <a:prstDash val="dot"/>
          </a:ln>
        </p:spPr>
      </p:cxnSp>
      <p:cxnSp>
        <p:nvCxnSpPr>
          <p:cNvPr name="Connector 41" id="41"/>
          <p:cNvCxnSpPr/>
          <p:nvPr/>
        </p:nvCxnSpPr>
        <p:spPr>
          <a:xfrm>
            <a:off x="5447342" y="4927359"/>
            <a:ext cx="0" cy="1399949"/>
          </a:xfrm>
          <a:prstGeom prst="line">
            <a:avLst/>
          </a:prstGeom>
          <a:solidFill>
            <a:srgbClr val="DACEF3"/>
          </a:solidFill>
          <a:ln w="25400">
            <a:solidFill>
              <a:srgbClr val="DACEF3"/>
            </a:solidFill>
            <a:prstDash val="dot"/>
          </a:ln>
        </p:spPr>
      </p:cxnSp>
      <p:cxnSp>
        <p:nvCxnSpPr>
          <p:cNvPr name="Connector 42" id="42"/>
          <p:cNvCxnSpPr/>
          <p:nvPr/>
        </p:nvCxnSpPr>
        <p:spPr>
          <a:xfrm>
            <a:off x="5447342" y="5802327"/>
            <a:ext cx="2197714" cy="0"/>
          </a:xfrm>
          <a:prstGeom prst="line">
            <a:avLst/>
          </a:prstGeom>
          <a:solidFill>
            <a:srgbClr val="DACEF3"/>
          </a:solidFill>
          <a:ln w="25400">
            <a:solidFill>
              <a:srgbClr val="DACEF3"/>
            </a:solidFill>
            <a:prstDash val="dash"/>
          </a:ln>
        </p:spPr>
      </p:cxnSp>
      <p:sp>
        <p:nvSpPr>
          <p:cNvPr name="Freeform 43" id="43"/>
          <p:cNvSpPr/>
          <p:nvPr/>
        </p:nvSpPr>
        <p:spPr>
          <a:xfrm>
            <a:off x="5447342" y="4927359"/>
            <a:ext cx="257344" cy="102937"/>
          </a:xfrm>
          <a:custGeom>
            <a:avLst/>
            <a:gdLst/>
            <a:ahLst/>
            <a:cxnLst/>
            <a:rect r="r" b="b" t="t" l="l"/>
            <a:pathLst>
              <a:path h="102937" w="257344">
                <a:moveTo>
                  <a:pt x="0" y="0"/>
                </a:moveTo>
                <a:lnTo>
                  <a:pt x="257343" y="0"/>
                </a:lnTo>
                <a:lnTo>
                  <a:pt x="257343" y="66909"/>
                </a:lnTo>
                <a:lnTo>
                  <a:pt x="214110" y="102937"/>
                </a:lnTo>
                <a:lnTo>
                  <a:pt x="0" y="102937"/>
                </a:lnTo>
                <a:close/>
              </a:path>
            </a:pathLst>
          </a:custGeom>
          <a:solidFill>
            <a:srgbClr val="ECECFF"/>
          </a:solidFill>
          <a:ln w="12700">
            <a:solidFill>
              <a:srgbClr val="DACEF3"/>
            </a:solidFill>
          </a:ln>
        </p:spPr>
      </p:sp>
      <p:sp>
        <p:nvSpPr>
          <p:cNvPr name="TextBox 44" id="44"/>
          <p:cNvSpPr txBox="true"/>
          <p:nvPr/>
        </p:nvSpPr>
        <p:spPr>
          <a:xfrm>
            <a:off x="5513208" y="4939499"/>
            <a:ext cx="11830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alt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6480799" y="4943803"/>
            <a:ext cx="388144" cy="1016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[조건 만족]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6314226" y="5818771"/>
            <a:ext cx="463947" cy="1016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latin typeface="trebuchet ms"/>
              </a:rPr>
              <a:t>[조건 불만족]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>
            <a:off x="3316537" y="6975813"/>
            <a:ext cx="2316092" cy="200728"/>
          </a:xfrm>
          <a:prstGeom prst="rect">
            <a:avLst/>
          </a:prstGeom>
          <a:solidFill>
            <a:srgbClr val="FFF5AD"/>
          </a:solidFill>
          <a:ln w="12700">
            <a:solidFill>
              <a:srgbClr val="AAAA33"/>
            </a:solidFill>
          </a:ln>
        </p:spPr>
      </p:sp>
      <p:sp>
        <p:nvSpPr>
          <p:cNvPr name="TextBox 48" id="48"/>
          <p:cNvSpPr txBox="true"/>
          <p:nvPr/>
        </p:nvSpPr>
        <p:spPr>
          <a:xfrm>
            <a:off x="4310674" y="7029129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ea typeface="trebuchet ms"/>
              </a:rPr>
              <a:t>세션 생성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>
            <a:off x="3316537" y="9616158"/>
            <a:ext cx="2316092" cy="200728"/>
          </a:xfrm>
          <a:prstGeom prst="rect">
            <a:avLst/>
          </a:prstGeom>
          <a:solidFill>
            <a:srgbClr val="FFF5AD"/>
          </a:solidFill>
          <a:ln w="12700">
            <a:solidFill>
              <a:srgbClr val="AAAA33"/>
            </a:solidFill>
          </a:ln>
        </p:spPr>
      </p:sp>
      <p:sp>
        <p:nvSpPr>
          <p:cNvPr name="TextBox 50" id="50"/>
          <p:cNvSpPr txBox="true"/>
          <p:nvPr/>
        </p:nvSpPr>
        <p:spPr>
          <a:xfrm>
            <a:off x="4222568" y="9669474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000000"/>
                </a:solidFill>
                <a:ea typeface="trebuchet ms"/>
              </a:rPr>
              <a:t>세션 기반 요청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3790840" y="1146256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조회 요청</a:t>
            </a:r>
            <a:endParaRPr lang="en-US" sz="1100"/>
          </a:p>
        </p:txBody>
      </p:sp>
      <p:cxnSp>
        <p:nvCxnSpPr>
          <p:cNvPr name="Connector 52" id="52"/>
          <p:cNvCxnSpPr/>
          <p:nvPr/>
        </p:nvCxnSpPr>
        <p:spPr>
          <a:xfrm>
            <a:off x="3450356" y="1339990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53" id="53"/>
          <p:cNvCxnSpPr/>
          <p:nvPr/>
        </p:nvCxnSpPr>
        <p:spPr>
          <a:xfrm>
            <a:off x="3450356" y="1339990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54" id="54"/>
          <p:cNvSpPr/>
          <p:nvPr/>
        </p:nvSpPr>
        <p:spPr>
          <a:xfrm>
            <a:off x="3388593" y="1278227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55" id="55"/>
          <p:cNvSpPr txBox="true"/>
          <p:nvPr/>
        </p:nvSpPr>
        <p:spPr>
          <a:xfrm>
            <a:off x="3433191" y="1284377"/>
            <a:ext cx="381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4732108" y="1444774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조회 요청 전달</a:t>
            </a:r>
            <a:endParaRPr lang="en-US" sz="1100"/>
          </a:p>
        </p:txBody>
      </p:sp>
      <p:cxnSp>
        <p:nvCxnSpPr>
          <p:cNvPr name="Connector 57" id="57"/>
          <p:cNvCxnSpPr/>
          <p:nvPr/>
        </p:nvCxnSpPr>
        <p:spPr>
          <a:xfrm>
            <a:off x="4479730" y="1638508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58" id="58"/>
          <p:cNvCxnSpPr/>
          <p:nvPr/>
        </p:nvCxnSpPr>
        <p:spPr>
          <a:xfrm>
            <a:off x="4479730" y="1638508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59" id="59"/>
          <p:cNvSpPr/>
          <p:nvPr/>
        </p:nvSpPr>
        <p:spPr>
          <a:xfrm>
            <a:off x="4417968" y="1576746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60" id="60"/>
          <p:cNvSpPr txBox="true"/>
          <p:nvPr/>
        </p:nvSpPr>
        <p:spPr>
          <a:xfrm>
            <a:off x="4449865" y="1582896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</a:t>
            </a:r>
            <a:endParaRPr lang="en-US" sz="1100"/>
          </a:p>
        </p:txBody>
      </p:sp>
      <p:sp>
        <p:nvSpPr>
          <p:cNvPr name="TextBox 61" id="61"/>
          <p:cNvSpPr txBox="true"/>
          <p:nvPr/>
        </p:nvSpPr>
        <p:spPr>
          <a:xfrm>
            <a:off x="5771776" y="1743293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조회 처리 요청</a:t>
            </a:r>
            <a:endParaRPr lang="en-US" sz="1100"/>
          </a:p>
        </p:txBody>
      </p:sp>
      <p:cxnSp>
        <p:nvCxnSpPr>
          <p:cNvPr name="Connector 62" id="62"/>
          <p:cNvCxnSpPr/>
          <p:nvPr/>
        </p:nvCxnSpPr>
        <p:spPr>
          <a:xfrm>
            <a:off x="5509104" y="1937027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63" id="63"/>
          <p:cNvCxnSpPr/>
          <p:nvPr/>
        </p:nvCxnSpPr>
        <p:spPr>
          <a:xfrm>
            <a:off x="5509104" y="1937027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64" id="64"/>
          <p:cNvSpPr/>
          <p:nvPr/>
        </p:nvSpPr>
        <p:spPr>
          <a:xfrm>
            <a:off x="5447342" y="1875264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65" id="65"/>
          <p:cNvSpPr txBox="true"/>
          <p:nvPr/>
        </p:nvSpPr>
        <p:spPr>
          <a:xfrm>
            <a:off x="5479240" y="1881414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3</a:t>
            </a:r>
            <a:endParaRPr lang="en-US" sz="1100"/>
          </a:p>
        </p:txBody>
      </p:sp>
      <p:sp>
        <p:nvSpPr>
          <p:cNvPr name="TextBox 66" id="66"/>
          <p:cNvSpPr txBox="true"/>
          <p:nvPr/>
        </p:nvSpPr>
        <p:spPr>
          <a:xfrm>
            <a:off x="6866895" y="2041811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데이터 조회</a:t>
            </a:r>
            <a:endParaRPr lang="en-US" sz="1100"/>
          </a:p>
        </p:txBody>
      </p:sp>
      <p:cxnSp>
        <p:nvCxnSpPr>
          <p:cNvPr name="Connector 67" id="67"/>
          <p:cNvCxnSpPr/>
          <p:nvPr/>
        </p:nvCxnSpPr>
        <p:spPr>
          <a:xfrm>
            <a:off x="6564213" y="2235545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68" id="68"/>
          <p:cNvCxnSpPr/>
          <p:nvPr/>
        </p:nvCxnSpPr>
        <p:spPr>
          <a:xfrm>
            <a:off x="6564213" y="223554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69" id="69"/>
          <p:cNvSpPr/>
          <p:nvPr/>
        </p:nvSpPr>
        <p:spPr>
          <a:xfrm>
            <a:off x="6502450" y="2173783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70" id="70"/>
          <p:cNvSpPr txBox="true"/>
          <p:nvPr/>
        </p:nvSpPr>
        <p:spPr>
          <a:xfrm>
            <a:off x="6534348" y="2179933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4</a:t>
            </a:r>
            <a:endParaRPr lang="en-US" sz="1100"/>
          </a:p>
        </p:txBody>
      </p:sp>
      <p:sp>
        <p:nvSpPr>
          <p:cNvPr name="TextBox 71" id="71"/>
          <p:cNvSpPr txBox="true"/>
          <p:nvPr/>
        </p:nvSpPr>
        <p:spPr>
          <a:xfrm>
            <a:off x="6920138" y="2340330"/>
            <a:ext cx="3408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조회 결과</a:t>
            </a:r>
            <a:endParaRPr lang="en-US" sz="1100"/>
          </a:p>
        </p:txBody>
      </p:sp>
      <p:cxnSp>
        <p:nvCxnSpPr>
          <p:cNvPr name="Connector 72" id="72"/>
          <p:cNvCxnSpPr/>
          <p:nvPr/>
        </p:nvCxnSpPr>
        <p:spPr>
          <a:xfrm flipH="true">
            <a:off x="6579653" y="2534064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73" id="73"/>
          <p:cNvCxnSpPr/>
          <p:nvPr/>
        </p:nvCxnSpPr>
        <p:spPr>
          <a:xfrm>
            <a:off x="7583293" y="2534064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74" id="74"/>
          <p:cNvSpPr/>
          <p:nvPr/>
        </p:nvSpPr>
        <p:spPr>
          <a:xfrm>
            <a:off x="7521531" y="2472301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75" id="75"/>
          <p:cNvSpPr txBox="true"/>
          <p:nvPr/>
        </p:nvSpPr>
        <p:spPr>
          <a:xfrm>
            <a:off x="7553429" y="2478451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5</a:t>
            </a:r>
            <a:endParaRPr lang="en-US" sz="1100"/>
          </a:p>
        </p:txBody>
      </p:sp>
      <p:sp>
        <p:nvSpPr>
          <p:cNvPr name="TextBox 76" id="76"/>
          <p:cNvSpPr txBox="true"/>
          <p:nvPr/>
        </p:nvSpPr>
        <p:spPr>
          <a:xfrm>
            <a:off x="5875323" y="2638848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결과 반환</a:t>
            </a:r>
            <a:endParaRPr lang="en-US" sz="1100"/>
          </a:p>
        </p:txBody>
      </p:sp>
      <p:cxnSp>
        <p:nvCxnSpPr>
          <p:cNvPr name="Connector 77" id="77"/>
          <p:cNvCxnSpPr/>
          <p:nvPr/>
        </p:nvCxnSpPr>
        <p:spPr>
          <a:xfrm flipH="true">
            <a:off x="5524545" y="2832582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78" id="78"/>
          <p:cNvCxnSpPr/>
          <p:nvPr/>
        </p:nvCxnSpPr>
        <p:spPr>
          <a:xfrm>
            <a:off x="6553919" y="2832582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79" id="79"/>
          <p:cNvSpPr/>
          <p:nvPr/>
        </p:nvSpPr>
        <p:spPr>
          <a:xfrm>
            <a:off x="6492157" y="2770820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80" id="80"/>
          <p:cNvSpPr txBox="true"/>
          <p:nvPr/>
        </p:nvSpPr>
        <p:spPr>
          <a:xfrm>
            <a:off x="6536755" y="2776970"/>
            <a:ext cx="381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6</a:t>
            </a:r>
            <a:endParaRPr lang="en-US" sz="1100"/>
          </a:p>
        </p:txBody>
      </p:sp>
      <p:sp>
        <p:nvSpPr>
          <p:cNvPr name="TextBox 81" id="81"/>
          <p:cNvSpPr txBox="true"/>
          <p:nvPr/>
        </p:nvSpPr>
        <p:spPr>
          <a:xfrm>
            <a:off x="4835655" y="2937367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응답 전달</a:t>
            </a:r>
            <a:endParaRPr lang="en-US" sz="1100"/>
          </a:p>
        </p:txBody>
      </p:sp>
      <p:cxnSp>
        <p:nvCxnSpPr>
          <p:cNvPr name="Connector 82" id="82"/>
          <p:cNvCxnSpPr/>
          <p:nvPr/>
        </p:nvCxnSpPr>
        <p:spPr>
          <a:xfrm flipH="true">
            <a:off x="4495171" y="3131101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83" id="83"/>
          <p:cNvCxnSpPr/>
          <p:nvPr/>
        </p:nvCxnSpPr>
        <p:spPr>
          <a:xfrm>
            <a:off x="5498811" y="3131101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84" id="84"/>
          <p:cNvSpPr/>
          <p:nvPr/>
        </p:nvSpPr>
        <p:spPr>
          <a:xfrm>
            <a:off x="5437048" y="3069338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85" id="85"/>
          <p:cNvSpPr txBox="true"/>
          <p:nvPr/>
        </p:nvSpPr>
        <p:spPr>
          <a:xfrm>
            <a:off x="5468946" y="3075489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7</a:t>
            </a:r>
            <a:endParaRPr lang="en-US" sz="1100"/>
          </a:p>
        </p:txBody>
      </p:sp>
      <p:sp>
        <p:nvSpPr>
          <p:cNvPr name="TextBox 86" id="86"/>
          <p:cNvSpPr txBox="true"/>
          <p:nvPr/>
        </p:nvSpPr>
        <p:spPr>
          <a:xfrm>
            <a:off x="3793581" y="3235885"/>
            <a:ext cx="3408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화면 표시</a:t>
            </a:r>
            <a:endParaRPr lang="en-US" sz="1100"/>
          </a:p>
        </p:txBody>
      </p:sp>
      <p:cxnSp>
        <p:nvCxnSpPr>
          <p:cNvPr name="Connector 87" id="87"/>
          <p:cNvCxnSpPr/>
          <p:nvPr/>
        </p:nvCxnSpPr>
        <p:spPr>
          <a:xfrm flipH="true">
            <a:off x="3465797" y="3429619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88" id="88"/>
          <p:cNvCxnSpPr/>
          <p:nvPr/>
        </p:nvCxnSpPr>
        <p:spPr>
          <a:xfrm>
            <a:off x="4469436" y="3429619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89" id="89"/>
          <p:cNvSpPr/>
          <p:nvPr/>
        </p:nvSpPr>
        <p:spPr>
          <a:xfrm>
            <a:off x="4407674" y="3367857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90" id="90"/>
          <p:cNvSpPr txBox="true"/>
          <p:nvPr/>
        </p:nvSpPr>
        <p:spPr>
          <a:xfrm>
            <a:off x="4439572" y="3374007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8</a:t>
            </a:r>
            <a:endParaRPr lang="en-US" sz="1100"/>
          </a:p>
        </p:txBody>
      </p:sp>
      <p:sp>
        <p:nvSpPr>
          <p:cNvPr name="TextBox 91" id="91"/>
          <p:cNvSpPr txBox="true"/>
          <p:nvPr/>
        </p:nvSpPr>
        <p:spPr>
          <a:xfrm>
            <a:off x="3790840" y="3786600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요청</a:t>
            </a:r>
            <a:endParaRPr lang="en-US" sz="1100"/>
          </a:p>
        </p:txBody>
      </p:sp>
      <p:cxnSp>
        <p:nvCxnSpPr>
          <p:cNvPr name="Connector 92" id="92"/>
          <p:cNvCxnSpPr/>
          <p:nvPr/>
        </p:nvCxnSpPr>
        <p:spPr>
          <a:xfrm>
            <a:off x="3450356" y="3980335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93" id="93"/>
          <p:cNvCxnSpPr/>
          <p:nvPr/>
        </p:nvCxnSpPr>
        <p:spPr>
          <a:xfrm>
            <a:off x="3450356" y="398033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94" id="94"/>
          <p:cNvSpPr/>
          <p:nvPr/>
        </p:nvSpPr>
        <p:spPr>
          <a:xfrm>
            <a:off x="3388593" y="3918572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95" id="95"/>
          <p:cNvSpPr txBox="true"/>
          <p:nvPr/>
        </p:nvSpPr>
        <p:spPr>
          <a:xfrm>
            <a:off x="3420491" y="3924722"/>
            <a:ext cx="5080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9</a:t>
            </a:r>
            <a:endParaRPr lang="en-US" sz="1100"/>
          </a:p>
        </p:txBody>
      </p:sp>
      <p:sp>
        <p:nvSpPr>
          <p:cNvPr name="TextBox 96" id="96"/>
          <p:cNvSpPr txBox="true"/>
          <p:nvPr/>
        </p:nvSpPr>
        <p:spPr>
          <a:xfrm>
            <a:off x="4732108" y="4085119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요청 전달</a:t>
            </a:r>
            <a:endParaRPr lang="en-US" sz="1100"/>
          </a:p>
        </p:txBody>
      </p:sp>
      <p:cxnSp>
        <p:nvCxnSpPr>
          <p:cNvPr name="Connector 97" id="97"/>
          <p:cNvCxnSpPr/>
          <p:nvPr/>
        </p:nvCxnSpPr>
        <p:spPr>
          <a:xfrm>
            <a:off x="4479730" y="4278853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98" id="98"/>
          <p:cNvCxnSpPr/>
          <p:nvPr/>
        </p:nvCxnSpPr>
        <p:spPr>
          <a:xfrm>
            <a:off x="4479730" y="4278853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99" id="99"/>
          <p:cNvSpPr/>
          <p:nvPr/>
        </p:nvSpPr>
        <p:spPr>
          <a:xfrm>
            <a:off x="4417968" y="4217091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00" id="100"/>
          <p:cNvSpPr txBox="true"/>
          <p:nvPr/>
        </p:nvSpPr>
        <p:spPr>
          <a:xfrm>
            <a:off x="4445400" y="4223241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10</a:t>
            </a:r>
            <a:endParaRPr lang="en-US" sz="1100"/>
          </a:p>
        </p:txBody>
      </p:sp>
      <p:sp>
        <p:nvSpPr>
          <p:cNvPr name="TextBox 101" id="101"/>
          <p:cNvSpPr txBox="true"/>
          <p:nvPr/>
        </p:nvSpPr>
        <p:spPr>
          <a:xfrm>
            <a:off x="5771776" y="4383638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처리 요청</a:t>
            </a:r>
            <a:endParaRPr lang="en-US" sz="1100"/>
          </a:p>
        </p:txBody>
      </p:sp>
      <p:cxnSp>
        <p:nvCxnSpPr>
          <p:cNvPr name="Connector 102" id="102"/>
          <p:cNvCxnSpPr/>
          <p:nvPr/>
        </p:nvCxnSpPr>
        <p:spPr>
          <a:xfrm>
            <a:off x="5509104" y="4577372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03" id="103"/>
          <p:cNvCxnSpPr/>
          <p:nvPr/>
        </p:nvCxnSpPr>
        <p:spPr>
          <a:xfrm>
            <a:off x="5509104" y="4577372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04" id="104"/>
          <p:cNvSpPr/>
          <p:nvPr/>
        </p:nvSpPr>
        <p:spPr>
          <a:xfrm>
            <a:off x="5447342" y="4515609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05" id="105"/>
          <p:cNvSpPr txBox="true"/>
          <p:nvPr/>
        </p:nvSpPr>
        <p:spPr>
          <a:xfrm>
            <a:off x="5474775" y="4521759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11</a:t>
            </a:r>
            <a:endParaRPr lang="en-US" sz="1100"/>
          </a:p>
        </p:txBody>
      </p:sp>
      <p:sp>
        <p:nvSpPr>
          <p:cNvPr name="TextBox 106" id="106"/>
          <p:cNvSpPr txBox="true"/>
          <p:nvPr/>
        </p:nvSpPr>
        <p:spPr>
          <a:xfrm>
            <a:off x="6866895" y="4682156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유효성 확인</a:t>
            </a:r>
            <a:endParaRPr lang="en-US" sz="1100"/>
          </a:p>
        </p:txBody>
      </p:sp>
      <p:cxnSp>
        <p:nvCxnSpPr>
          <p:cNvPr name="Connector 107" id="107"/>
          <p:cNvCxnSpPr/>
          <p:nvPr/>
        </p:nvCxnSpPr>
        <p:spPr>
          <a:xfrm>
            <a:off x="6564213" y="4875890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08" id="108"/>
          <p:cNvCxnSpPr/>
          <p:nvPr/>
        </p:nvCxnSpPr>
        <p:spPr>
          <a:xfrm>
            <a:off x="6564213" y="4875890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09" id="109"/>
          <p:cNvSpPr/>
          <p:nvPr/>
        </p:nvSpPr>
        <p:spPr>
          <a:xfrm>
            <a:off x="6502450" y="4814128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10" id="110"/>
          <p:cNvSpPr txBox="true"/>
          <p:nvPr/>
        </p:nvSpPr>
        <p:spPr>
          <a:xfrm>
            <a:off x="6529883" y="4820278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12</a:t>
            </a:r>
            <a:endParaRPr lang="en-US" sz="1100"/>
          </a:p>
        </p:txBody>
      </p:sp>
      <p:sp>
        <p:nvSpPr>
          <p:cNvPr name="TextBox 111" id="111"/>
          <p:cNvSpPr txBox="true"/>
          <p:nvPr/>
        </p:nvSpPr>
        <p:spPr>
          <a:xfrm>
            <a:off x="6866895" y="5232871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데이터 등록</a:t>
            </a:r>
            <a:endParaRPr lang="en-US" sz="1100"/>
          </a:p>
        </p:txBody>
      </p:sp>
      <p:cxnSp>
        <p:nvCxnSpPr>
          <p:cNvPr name="Connector 112" id="112"/>
          <p:cNvCxnSpPr/>
          <p:nvPr/>
        </p:nvCxnSpPr>
        <p:spPr>
          <a:xfrm>
            <a:off x="6564213" y="5426605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13" id="113"/>
          <p:cNvCxnSpPr/>
          <p:nvPr/>
        </p:nvCxnSpPr>
        <p:spPr>
          <a:xfrm>
            <a:off x="6564213" y="542660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14" id="114"/>
          <p:cNvSpPr/>
          <p:nvPr/>
        </p:nvSpPr>
        <p:spPr>
          <a:xfrm>
            <a:off x="6502450" y="5364843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15" id="115"/>
          <p:cNvSpPr txBox="true"/>
          <p:nvPr/>
        </p:nvSpPr>
        <p:spPr>
          <a:xfrm>
            <a:off x="6529883" y="5370993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13</a:t>
            </a:r>
            <a:endParaRPr lang="en-US" sz="1100"/>
          </a:p>
        </p:txBody>
      </p:sp>
      <p:sp>
        <p:nvSpPr>
          <p:cNvPr name="TextBox 116" id="116"/>
          <p:cNvSpPr txBox="true"/>
          <p:nvPr/>
        </p:nvSpPr>
        <p:spPr>
          <a:xfrm>
            <a:off x="5875323" y="5531390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성공</a:t>
            </a:r>
            <a:endParaRPr lang="en-US" sz="1100"/>
          </a:p>
        </p:txBody>
      </p:sp>
      <p:cxnSp>
        <p:nvCxnSpPr>
          <p:cNvPr name="Connector 117" id="117"/>
          <p:cNvCxnSpPr/>
          <p:nvPr/>
        </p:nvCxnSpPr>
        <p:spPr>
          <a:xfrm flipH="true">
            <a:off x="5524545" y="5725124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18" id="118"/>
          <p:cNvCxnSpPr/>
          <p:nvPr/>
        </p:nvCxnSpPr>
        <p:spPr>
          <a:xfrm>
            <a:off x="6553919" y="5725124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19" id="119"/>
          <p:cNvSpPr/>
          <p:nvPr/>
        </p:nvSpPr>
        <p:spPr>
          <a:xfrm>
            <a:off x="6492157" y="5663361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20" id="120"/>
          <p:cNvSpPr txBox="true"/>
          <p:nvPr/>
        </p:nvSpPr>
        <p:spPr>
          <a:xfrm>
            <a:off x="6519590" y="5669512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14</a:t>
            </a:r>
            <a:endParaRPr lang="en-US" sz="1100"/>
          </a:p>
        </p:txBody>
      </p:sp>
      <p:sp>
        <p:nvSpPr>
          <p:cNvPr name="TextBox 121" id="121"/>
          <p:cNvSpPr txBox="true"/>
          <p:nvPr/>
        </p:nvSpPr>
        <p:spPr>
          <a:xfrm>
            <a:off x="5875323" y="6082105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실패</a:t>
            </a:r>
            <a:endParaRPr lang="en-US" sz="1100"/>
          </a:p>
        </p:txBody>
      </p:sp>
      <p:cxnSp>
        <p:nvCxnSpPr>
          <p:cNvPr name="Connector 122" id="122"/>
          <p:cNvCxnSpPr/>
          <p:nvPr/>
        </p:nvCxnSpPr>
        <p:spPr>
          <a:xfrm flipH="true">
            <a:off x="5524545" y="6275839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23" id="123"/>
          <p:cNvCxnSpPr/>
          <p:nvPr/>
        </p:nvCxnSpPr>
        <p:spPr>
          <a:xfrm>
            <a:off x="6553919" y="6275839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24" id="124"/>
          <p:cNvSpPr/>
          <p:nvPr/>
        </p:nvSpPr>
        <p:spPr>
          <a:xfrm>
            <a:off x="6492157" y="6214077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25" id="125"/>
          <p:cNvSpPr txBox="true"/>
          <p:nvPr/>
        </p:nvSpPr>
        <p:spPr>
          <a:xfrm>
            <a:off x="6519590" y="6220227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15</a:t>
            </a:r>
            <a:endParaRPr lang="en-US" sz="1100"/>
          </a:p>
        </p:txBody>
      </p:sp>
      <p:sp>
        <p:nvSpPr>
          <p:cNvPr name="TextBox 126" id="126"/>
          <p:cNvSpPr txBox="true"/>
          <p:nvPr/>
        </p:nvSpPr>
        <p:spPr>
          <a:xfrm>
            <a:off x="4747549" y="6432092"/>
            <a:ext cx="50434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등록 결과 응답</a:t>
            </a:r>
            <a:endParaRPr lang="en-US" sz="1100"/>
          </a:p>
        </p:txBody>
      </p:sp>
      <p:cxnSp>
        <p:nvCxnSpPr>
          <p:cNvPr name="Connector 127" id="127"/>
          <p:cNvCxnSpPr/>
          <p:nvPr/>
        </p:nvCxnSpPr>
        <p:spPr>
          <a:xfrm flipH="true">
            <a:off x="4495171" y="6625826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28" id="128"/>
          <p:cNvCxnSpPr/>
          <p:nvPr/>
        </p:nvCxnSpPr>
        <p:spPr>
          <a:xfrm>
            <a:off x="5498811" y="6625826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29" id="129"/>
          <p:cNvSpPr/>
          <p:nvPr/>
        </p:nvSpPr>
        <p:spPr>
          <a:xfrm>
            <a:off x="5437048" y="6564064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30" id="130"/>
          <p:cNvSpPr txBox="true"/>
          <p:nvPr/>
        </p:nvSpPr>
        <p:spPr>
          <a:xfrm>
            <a:off x="5464481" y="6570214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16</a:t>
            </a:r>
            <a:endParaRPr lang="en-US" sz="1100"/>
          </a:p>
        </p:txBody>
      </p:sp>
      <p:sp>
        <p:nvSpPr>
          <p:cNvPr name="TextBox 131" id="131"/>
          <p:cNvSpPr txBox="true"/>
          <p:nvPr/>
        </p:nvSpPr>
        <p:spPr>
          <a:xfrm>
            <a:off x="3806281" y="6730611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결과 안내</a:t>
            </a:r>
            <a:endParaRPr lang="en-US" sz="1100"/>
          </a:p>
        </p:txBody>
      </p:sp>
      <p:cxnSp>
        <p:nvCxnSpPr>
          <p:cNvPr name="Connector 132" id="132"/>
          <p:cNvCxnSpPr/>
          <p:nvPr/>
        </p:nvCxnSpPr>
        <p:spPr>
          <a:xfrm flipH="true">
            <a:off x="3465797" y="6924345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33" id="133"/>
          <p:cNvCxnSpPr/>
          <p:nvPr/>
        </p:nvCxnSpPr>
        <p:spPr>
          <a:xfrm>
            <a:off x="4469436" y="692434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34" id="134"/>
          <p:cNvSpPr/>
          <p:nvPr/>
        </p:nvSpPr>
        <p:spPr>
          <a:xfrm>
            <a:off x="4407674" y="6862582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35" id="135"/>
          <p:cNvSpPr txBox="true"/>
          <p:nvPr/>
        </p:nvSpPr>
        <p:spPr>
          <a:xfrm>
            <a:off x="4435107" y="6868733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17</a:t>
            </a:r>
            <a:endParaRPr lang="en-US" sz="1100"/>
          </a:p>
        </p:txBody>
      </p:sp>
      <p:sp>
        <p:nvSpPr>
          <p:cNvPr name="TextBox 136" id="136"/>
          <p:cNvSpPr txBox="true"/>
          <p:nvPr/>
        </p:nvSpPr>
        <p:spPr>
          <a:xfrm>
            <a:off x="3753038" y="7281326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로그인 요청</a:t>
            </a:r>
            <a:endParaRPr lang="en-US" sz="1100"/>
          </a:p>
        </p:txBody>
      </p:sp>
      <p:cxnSp>
        <p:nvCxnSpPr>
          <p:cNvPr name="Connector 137" id="137"/>
          <p:cNvCxnSpPr/>
          <p:nvPr/>
        </p:nvCxnSpPr>
        <p:spPr>
          <a:xfrm>
            <a:off x="3450356" y="7475060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38" id="138"/>
          <p:cNvCxnSpPr/>
          <p:nvPr/>
        </p:nvCxnSpPr>
        <p:spPr>
          <a:xfrm>
            <a:off x="3450356" y="7475060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39" id="139"/>
          <p:cNvSpPr/>
          <p:nvPr/>
        </p:nvSpPr>
        <p:spPr>
          <a:xfrm>
            <a:off x="3388593" y="7413297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40" id="140"/>
          <p:cNvSpPr txBox="true"/>
          <p:nvPr/>
        </p:nvSpPr>
        <p:spPr>
          <a:xfrm>
            <a:off x="3416026" y="7419448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18</a:t>
            </a:r>
            <a:endParaRPr lang="en-US" sz="1100"/>
          </a:p>
        </p:txBody>
      </p:sp>
      <p:sp>
        <p:nvSpPr>
          <p:cNvPr name="TextBox 141" id="141"/>
          <p:cNvSpPr txBox="true"/>
          <p:nvPr/>
        </p:nvSpPr>
        <p:spPr>
          <a:xfrm>
            <a:off x="4820214" y="7579845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인증 요청</a:t>
            </a:r>
            <a:endParaRPr lang="en-US" sz="1100"/>
          </a:p>
        </p:txBody>
      </p:sp>
      <p:cxnSp>
        <p:nvCxnSpPr>
          <p:cNvPr name="Connector 142" id="142"/>
          <p:cNvCxnSpPr/>
          <p:nvPr/>
        </p:nvCxnSpPr>
        <p:spPr>
          <a:xfrm>
            <a:off x="4479730" y="7773578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43" id="143"/>
          <p:cNvCxnSpPr/>
          <p:nvPr/>
        </p:nvCxnSpPr>
        <p:spPr>
          <a:xfrm>
            <a:off x="4479730" y="7773578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44" id="144"/>
          <p:cNvSpPr/>
          <p:nvPr/>
        </p:nvSpPr>
        <p:spPr>
          <a:xfrm>
            <a:off x="4417968" y="7711816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45" id="145"/>
          <p:cNvSpPr txBox="true"/>
          <p:nvPr/>
        </p:nvSpPr>
        <p:spPr>
          <a:xfrm>
            <a:off x="4445400" y="7717966"/>
            <a:ext cx="723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19</a:t>
            </a:r>
            <a:endParaRPr lang="en-US" sz="1100"/>
          </a:p>
        </p:txBody>
      </p:sp>
      <p:sp>
        <p:nvSpPr>
          <p:cNvPr name="TextBox 146" id="146"/>
          <p:cNvSpPr txBox="true"/>
          <p:nvPr/>
        </p:nvSpPr>
        <p:spPr>
          <a:xfrm>
            <a:off x="5859882" y="7878363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인증 처리</a:t>
            </a:r>
            <a:endParaRPr lang="en-US" sz="1100"/>
          </a:p>
        </p:txBody>
      </p:sp>
      <p:cxnSp>
        <p:nvCxnSpPr>
          <p:cNvPr name="Connector 147" id="147"/>
          <p:cNvCxnSpPr/>
          <p:nvPr/>
        </p:nvCxnSpPr>
        <p:spPr>
          <a:xfrm>
            <a:off x="5509104" y="8072097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48" id="148"/>
          <p:cNvCxnSpPr/>
          <p:nvPr/>
        </p:nvCxnSpPr>
        <p:spPr>
          <a:xfrm>
            <a:off x="5509104" y="8072097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49" id="149"/>
          <p:cNvSpPr/>
          <p:nvPr/>
        </p:nvSpPr>
        <p:spPr>
          <a:xfrm>
            <a:off x="5447342" y="8010335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50" id="150"/>
          <p:cNvSpPr txBox="true"/>
          <p:nvPr/>
        </p:nvSpPr>
        <p:spPr>
          <a:xfrm>
            <a:off x="5462075" y="8016485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20</a:t>
            </a:r>
            <a:endParaRPr lang="en-US" sz="1100"/>
          </a:p>
        </p:txBody>
      </p:sp>
      <p:sp>
        <p:nvSpPr>
          <p:cNvPr name="TextBox 151" id="151"/>
          <p:cNvSpPr txBox="true"/>
          <p:nvPr/>
        </p:nvSpPr>
        <p:spPr>
          <a:xfrm>
            <a:off x="7419384" y="8176882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세션 생성</a:t>
            </a:r>
            <a:endParaRPr lang="en-US" sz="1100"/>
          </a:p>
        </p:txBody>
      </p:sp>
      <p:cxnSp>
        <p:nvCxnSpPr>
          <p:cNvPr name="Connector 152" id="152"/>
          <p:cNvCxnSpPr/>
          <p:nvPr/>
        </p:nvCxnSpPr>
        <p:spPr>
          <a:xfrm>
            <a:off x="6564213" y="8370615"/>
            <a:ext cx="2033014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53" id="153"/>
          <p:cNvCxnSpPr/>
          <p:nvPr/>
        </p:nvCxnSpPr>
        <p:spPr>
          <a:xfrm>
            <a:off x="6564213" y="837061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54" id="154"/>
          <p:cNvSpPr/>
          <p:nvPr/>
        </p:nvSpPr>
        <p:spPr>
          <a:xfrm>
            <a:off x="6502450" y="8308853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55" id="155"/>
          <p:cNvSpPr txBox="true"/>
          <p:nvPr/>
        </p:nvSpPr>
        <p:spPr>
          <a:xfrm>
            <a:off x="6517183" y="8315003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21</a:t>
            </a:r>
            <a:endParaRPr lang="en-US" sz="1100"/>
          </a:p>
        </p:txBody>
      </p:sp>
      <p:sp>
        <p:nvSpPr>
          <p:cNvPr name="TextBox 156" id="156"/>
          <p:cNvSpPr txBox="true"/>
          <p:nvPr/>
        </p:nvSpPr>
        <p:spPr>
          <a:xfrm>
            <a:off x="7404067" y="8475401"/>
            <a:ext cx="395105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세션 Token</a:t>
            </a:r>
            <a:endParaRPr lang="en-US" sz="1100"/>
          </a:p>
        </p:txBody>
      </p:sp>
      <p:cxnSp>
        <p:nvCxnSpPr>
          <p:cNvPr name="Connector 157" id="157"/>
          <p:cNvCxnSpPr/>
          <p:nvPr/>
        </p:nvCxnSpPr>
        <p:spPr>
          <a:xfrm flipH="true">
            <a:off x="6579653" y="8669134"/>
            <a:ext cx="2033014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58" id="158"/>
          <p:cNvCxnSpPr/>
          <p:nvPr/>
        </p:nvCxnSpPr>
        <p:spPr>
          <a:xfrm>
            <a:off x="8612667" y="8669134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59" id="159"/>
          <p:cNvSpPr/>
          <p:nvPr/>
        </p:nvSpPr>
        <p:spPr>
          <a:xfrm>
            <a:off x="8550905" y="8607372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60" id="160"/>
          <p:cNvSpPr txBox="true"/>
          <p:nvPr/>
        </p:nvSpPr>
        <p:spPr>
          <a:xfrm>
            <a:off x="8565638" y="8613522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22</a:t>
            </a:r>
            <a:endParaRPr lang="en-US" sz="1100"/>
          </a:p>
        </p:txBody>
      </p:sp>
      <p:sp>
        <p:nvSpPr>
          <p:cNvPr name="TextBox 161" id="161"/>
          <p:cNvSpPr txBox="true"/>
          <p:nvPr/>
        </p:nvSpPr>
        <p:spPr>
          <a:xfrm>
            <a:off x="5831865" y="8773919"/>
            <a:ext cx="40245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latin typeface="trebuchet ms"/>
              </a:rPr>
              <a:t>Token 반환</a:t>
            </a:r>
            <a:endParaRPr lang="en-US" sz="1100"/>
          </a:p>
        </p:txBody>
      </p:sp>
      <p:cxnSp>
        <p:nvCxnSpPr>
          <p:cNvPr name="Connector 162" id="162"/>
          <p:cNvCxnSpPr/>
          <p:nvPr/>
        </p:nvCxnSpPr>
        <p:spPr>
          <a:xfrm flipH="true">
            <a:off x="5524545" y="8967653"/>
            <a:ext cx="1029374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63" id="163"/>
          <p:cNvCxnSpPr/>
          <p:nvPr/>
        </p:nvCxnSpPr>
        <p:spPr>
          <a:xfrm>
            <a:off x="6553919" y="8967653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64" id="164"/>
          <p:cNvSpPr/>
          <p:nvPr/>
        </p:nvSpPr>
        <p:spPr>
          <a:xfrm>
            <a:off x="6492157" y="8905890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65" id="165"/>
          <p:cNvSpPr txBox="true"/>
          <p:nvPr/>
        </p:nvSpPr>
        <p:spPr>
          <a:xfrm>
            <a:off x="6506890" y="8912040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23</a:t>
            </a:r>
            <a:endParaRPr lang="en-US" sz="1100"/>
          </a:p>
        </p:txBody>
      </p:sp>
      <p:sp>
        <p:nvSpPr>
          <p:cNvPr name="TextBox 166" id="166"/>
          <p:cNvSpPr txBox="true"/>
          <p:nvPr/>
        </p:nvSpPr>
        <p:spPr>
          <a:xfrm>
            <a:off x="4797852" y="9072437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로그인 성공</a:t>
            </a:r>
            <a:endParaRPr lang="en-US" sz="1100"/>
          </a:p>
        </p:txBody>
      </p:sp>
      <p:cxnSp>
        <p:nvCxnSpPr>
          <p:cNvPr name="Connector 167" id="167"/>
          <p:cNvCxnSpPr/>
          <p:nvPr/>
        </p:nvCxnSpPr>
        <p:spPr>
          <a:xfrm flipH="true">
            <a:off x="4495171" y="9266171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68" id="168"/>
          <p:cNvCxnSpPr/>
          <p:nvPr/>
        </p:nvCxnSpPr>
        <p:spPr>
          <a:xfrm>
            <a:off x="5498811" y="9266171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69" id="169"/>
          <p:cNvSpPr/>
          <p:nvPr/>
        </p:nvSpPr>
        <p:spPr>
          <a:xfrm>
            <a:off x="5437048" y="9204409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70" id="170"/>
          <p:cNvSpPr txBox="true"/>
          <p:nvPr/>
        </p:nvSpPr>
        <p:spPr>
          <a:xfrm>
            <a:off x="5451781" y="9210559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24</a:t>
            </a:r>
            <a:endParaRPr lang="en-US" sz="1100"/>
          </a:p>
        </p:txBody>
      </p:sp>
      <p:sp>
        <p:nvSpPr>
          <p:cNvPr name="TextBox 171" id="171"/>
          <p:cNvSpPr txBox="true"/>
          <p:nvPr/>
        </p:nvSpPr>
        <p:spPr>
          <a:xfrm>
            <a:off x="3768478" y="9370956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로그인 완료</a:t>
            </a:r>
            <a:endParaRPr lang="en-US" sz="1100"/>
          </a:p>
        </p:txBody>
      </p:sp>
      <p:cxnSp>
        <p:nvCxnSpPr>
          <p:cNvPr name="Connector 172" id="172"/>
          <p:cNvCxnSpPr/>
          <p:nvPr/>
        </p:nvCxnSpPr>
        <p:spPr>
          <a:xfrm flipH="true">
            <a:off x="3465797" y="9564690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73" id="173"/>
          <p:cNvCxnSpPr/>
          <p:nvPr/>
        </p:nvCxnSpPr>
        <p:spPr>
          <a:xfrm>
            <a:off x="4469436" y="9564690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74" id="174"/>
          <p:cNvSpPr/>
          <p:nvPr/>
        </p:nvSpPr>
        <p:spPr>
          <a:xfrm>
            <a:off x="4407674" y="9502927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75" id="175"/>
          <p:cNvSpPr txBox="true"/>
          <p:nvPr/>
        </p:nvSpPr>
        <p:spPr>
          <a:xfrm>
            <a:off x="4422407" y="9509078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25</a:t>
            </a:r>
            <a:endParaRPr lang="en-US" sz="1100"/>
          </a:p>
        </p:txBody>
      </p:sp>
      <p:sp>
        <p:nvSpPr>
          <p:cNvPr name="TextBox 176" id="176"/>
          <p:cNvSpPr txBox="true"/>
          <p:nvPr/>
        </p:nvSpPr>
        <p:spPr>
          <a:xfrm>
            <a:off x="4759195" y="9921671"/>
            <a:ext cx="457589" cy="1016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요청 (Token)</a:t>
            </a:r>
            <a:endParaRPr lang="en-US" sz="1100"/>
          </a:p>
        </p:txBody>
      </p:sp>
      <p:cxnSp>
        <p:nvCxnSpPr>
          <p:cNvPr name="Connector 177" id="177"/>
          <p:cNvCxnSpPr/>
          <p:nvPr/>
        </p:nvCxnSpPr>
        <p:spPr>
          <a:xfrm>
            <a:off x="4479730" y="10115405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78" id="178"/>
          <p:cNvCxnSpPr/>
          <p:nvPr/>
        </p:nvCxnSpPr>
        <p:spPr>
          <a:xfrm>
            <a:off x="4479730" y="10115405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79" id="179"/>
          <p:cNvSpPr/>
          <p:nvPr/>
        </p:nvSpPr>
        <p:spPr>
          <a:xfrm>
            <a:off x="4417968" y="10053642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80" id="180"/>
          <p:cNvSpPr txBox="true"/>
          <p:nvPr/>
        </p:nvSpPr>
        <p:spPr>
          <a:xfrm>
            <a:off x="4432701" y="10059793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26</a:t>
            </a:r>
            <a:endParaRPr lang="en-US" sz="1100"/>
          </a:p>
        </p:txBody>
      </p:sp>
      <p:sp>
        <p:nvSpPr>
          <p:cNvPr name="TextBox 181" id="181"/>
          <p:cNvSpPr txBox="true"/>
          <p:nvPr/>
        </p:nvSpPr>
        <p:spPr>
          <a:xfrm>
            <a:off x="6845799" y="10220189"/>
            <a:ext cx="402458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latin typeface="trebuchet ms"/>
              </a:rPr>
              <a:t>Token 검증</a:t>
            </a:r>
            <a:endParaRPr lang="en-US" sz="1100"/>
          </a:p>
        </p:txBody>
      </p:sp>
      <p:cxnSp>
        <p:nvCxnSpPr>
          <p:cNvPr name="Connector 182" id="182"/>
          <p:cNvCxnSpPr/>
          <p:nvPr/>
        </p:nvCxnSpPr>
        <p:spPr>
          <a:xfrm>
            <a:off x="5509104" y="10413923"/>
            <a:ext cx="3088123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83" id="183"/>
          <p:cNvCxnSpPr/>
          <p:nvPr/>
        </p:nvCxnSpPr>
        <p:spPr>
          <a:xfrm>
            <a:off x="5509104" y="10413923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84" id="184"/>
          <p:cNvSpPr/>
          <p:nvPr/>
        </p:nvSpPr>
        <p:spPr>
          <a:xfrm>
            <a:off x="5447342" y="10352161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85" id="185"/>
          <p:cNvSpPr txBox="true"/>
          <p:nvPr/>
        </p:nvSpPr>
        <p:spPr>
          <a:xfrm>
            <a:off x="5462075" y="10358311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27</a:t>
            </a:r>
            <a:endParaRPr lang="en-US" sz="1100"/>
          </a:p>
        </p:txBody>
      </p:sp>
      <p:sp>
        <p:nvSpPr>
          <p:cNvPr name="TextBox 186" id="186"/>
          <p:cNvSpPr txBox="true"/>
          <p:nvPr/>
        </p:nvSpPr>
        <p:spPr>
          <a:xfrm>
            <a:off x="6816293" y="10518708"/>
            <a:ext cx="504954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사용자 식별자</a:t>
            </a:r>
            <a:endParaRPr lang="en-US" sz="1100"/>
          </a:p>
        </p:txBody>
      </p:sp>
      <p:cxnSp>
        <p:nvCxnSpPr>
          <p:cNvPr name="Connector 187" id="187"/>
          <p:cNvCxnSpPr/>
          <p:nvPr/>
        </p:nvCxnSpPr>
        <p:spPr>
          <a:xfrm flipH="true">
            <a:off x="5524545" y="10712442"/>
            <a:ext cx="3088123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88" id="188"/>
          <p:cNvCxnSpPr/>
          <p:nvPr/>
        </p:nvCxnSpPr>
        <p:spPr>
          <a:xfrm>
            <a:off x="8612667" y="10712442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89" id="189"/>
          <p:cNvSpPr/>
          <p:nvPr/>
        </p:nvSpPr>
        <p:spPr>
          <a:xfrm>
            <a:off x="8550905" y="10650679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90" id="190"/>
          <p:cNvSpPr txBox="true"/>
          <p:nvPr/>
        </p:nvSpPr>
        <p:spPr>
          <a:xfrm>
            <a:off x="8565638" y="10656830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28</a:t>
            </a:r>
            <a:endParaRPr lang="en-US" sz="1100"/>
          </a:p>
        </p:txBody>
      </p:sp>
      <p:sp>
        <p:nvSpPr>
          <p:cNvPr name="TextBox 191" id="191"/>
          <p:cNvSpPr txBox="true"/>
          <p:nvPr/>
        </p:nvSpPr>
        <p:spPr>
          <a:xfrm>
            <a:off x="6336767" y="10817227"/>
            <a:ext cx="40384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데이터 조회</a:t>
            </a:r>
            <a:endParaRPr lang="en-US" sz="1100"/>
          </a:p>
        </p:txBody>
      </p:sp>
      <p:cxnSp>
        <p:nvCxnSpPr>
          <p:cNvPr name="Connector 192" id="192"/>
          <p:cNvCxnSpPr/>
          <p:nvPr/>
        </p:nvCxnSpPr>
        <p:spPr>
          <a:xfrm>
            <a:off x="5509104" y="11010960"/>
            <a:ext cx="2058748" cy="0"/>
          </a:xfrm>
          <a:prstGeom prst="line">
            <a:avLst/>
          </a:prstGeom>
          <a:ln w="19050">
            <a:solidFill>
              <a:srgbClr val="333333"/>
            </a:solidFill>
            <a:tailEnd type="triangle" w="lg" len="lg"/>
          </a:ln>
        </p:spPr>
      </p:cxnSp>
      <p:cxnSp>
        <p:nvCxnSpPr>
          <p:cNvPr name="Connector 193" id="193"/>
          <p:cNvCxnSpPr/>
          <p:nvPr/>
        </p:nvCxnSpPr>
        <p:spPr>
          <a:xfrm>
            <a:off x="5509104" y="11010960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94" id="194"/>
          <p:cNvSpPr/>
          <p:nvPr/>
        </p:nvSpPr>
        <p:spPr>
          <a:xfrm>
            <a:off x="5447342" y="10949198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195" id="195"/>
          <p:cNvSpPr txBox="true"/>
          <p:nvPr/>
        </p:nvSpPr>
        <p:spPr>
          <a:xfrm>
            <a:off x="5462075" y="10955349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29</a:t>
            </a:r>
            <a:endParaRPr lang="en-US" sz="1100"/>
          </a:p>
        </p:txBody>
      </p:sp>
      <p:sp>
        <p:nvSpPr>
          <p:cNvPr name="TextBox 196" id="196"/>
          <p:cNvSpPr txBox="true"/>
          <p:nvPr/>
        </p:nvSpPr>
        <p:spPr>
          <a:xfrm>
            <a:off x="6478116" y="11115745"/>
            <a:ext cx="164612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결과</a:t>
            </a:r>
            <a:endParaRPr lang="en-US" sz="1100"/>
          </a:p>
        </p:txBody>
      </p:sp>
      <p:cxnSp>
        <p:nvCxnSpPr>
          <p:cNvPr name="Connector 197" id="197"/>
          <p:cNvCxnSpPr/>
          <p:nvPr/>
        </p:nvCxnSpPr>
        <p:spPr>
          <a:xfrm flipH="true">
            <a:off x="5524545" y="11309479"/>
            <a:ext cx="2058748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198" id="198"/>
          <p:cNvCxnSpPr/>
          <p:nvPr/>
        </p:nvCxnSpPr>
        <p:spPr>
          <a:xfrm>
            <a:off x="7583293" y="11309479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199" id="199"/>
          <p:cNvSpPr/>
          <p:nvPr/>
        </p:nvSpPr>
        <p:spPr>
          <a:xfrm>
            <a:off x="7521531" y="11247716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200" id="200"/>
          <p:cNvSpPr txBox="true"/>
          <p:nvPr/>
        </p:nvSpPr>
        <p:spPr>
          <a:xfrm>
            <a:off x="7536264" y="11253867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30</a:t>
            </a:r>
            <a:endParaRPr lang="en-US" sz="1100"/>
          </a:p>
        </p:txBody>
      </p:sp>
      <p:sp>
        <p:nvSpPr>
          <p:cNvPr name="TextBox 201" id="201"/>
          <p:cNvSpPr txBox="true"/>
          <p:nvPr/>
        </p:nvSpPr>
        <p:spPr>
          <a:xfrm>
            <a:off x="4835655" y="11414265"/>
            <a:ext cx="328130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800">
                <a:solidFill>
                  <a:srgbClr val="333333"/>
                </a:solidFill>
                <a:ea typeface="trebuchet ms"/>
              </a:rPr>
              <a:t>응답 반환</a:t>
            </a:r>
            <a:endParaRPr lang="en-US" sz="1100"/>
          </a:p>
        </p:txBody>
      </p:sp>
      <p:cxnSp>
        <p:nvCxnSpPr>
          <p:cNvPr name="Connector 202" id="202"/>
          <p:cNvCxnSpPr/>
          <p:nvPr/>
        </p:nvCxnSpPr>
        <p:spPr>
          <a:xfrm flipH="true">
            <a:off x="4495171" y="11607997"/>
            <a:ext cx="1003640" cy="0"/>
          </a:xfrm>
          <a:prstGeom prst="line">
            <a:avLst/>
          </a:prstGeom>
          <a:ln w="19050">
            <a:solidFill>
              <a:srgbClr val="333333"/>
            </a:solidFill>
            <a:prstDash val="dash"/>
            <a:tailEnd type="triangle" w="lg" len="lg"/>
          </a:ln>
        </p:spPr>
      </p:cxnSp>
      <p:cxnSp>
        <p:nvCxnSpPr>
          <p:cNvPr name="Connector 203" id="203"/>
          <p:cNvCxnSpPr/>
          <p:nvPr/>
        </p:nvCxnSpPr>
        <p:spPr>
          <a:xfrm>
            <a:off x="5498811" y="11607997"/>
            <a:ext cx="0" cy="0"/>
          </a:xfrm>
          <a:prstGeom prst="line">
            <a:avLst/>
          </a:prstGeom>
          <a:solidFill>
            <a:srgbClr val="ECECFF"/>
          </a:solidFill>
          <a:ln w="25400">
            <a:solidFill>
              <a:srgbClr val="DACEF3"/>
            </a:solidFill>
          </a:ln>
        </p:spPr>
      </p:cxnSp>
      <p:sp>
        <p:nvSpPr>
          <p:cNvPr name="AutoShape 204" id="204"/>
          <p:cNvSpPr/>
          <p:nvPr/>
        </p:nvSpPr>
        <p:spPr>
          <a:xfrm>
            <a:off x="5437048" y="11546235"/>
            <a:ext cx="123525" cy="12352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name="TextBox 205" id="205"/>
          <p:cNvSpPr txBox="true"/>
          <p:nvPr/>
        </p:nvSpPr>
        <p:spPr>
          <a:xfrm>
            <a:off x="5451781" y="11552384"/>
            <a:ext cx="85056" cy="88900"/>
          </a:xfrm>
          <a:prstGeom prst="rect">
            <a:avLst/>
          </a:prstGeom>
        </p:spPr>
        <p:txBody>
          <a:bodyPr anchor="ctr" rtlCol="false" wrap="none" tIns="0" lIns="0" bIns="0" rIns="0">
            <a:noAutofit/>
          </a:bodyPr>
          <a:lstStyle/>
          <a:p>
            <a:pPr algn="ctr">
              <a:defRPr/>
            </a:pPr>
            <a:r>
              <a:rPr lang="ko-KR"/>
              <a:t/>
            </a:r>
            <a:r>
              <a:rPr lang="en-US" sz="600">
                <a:solidFill>
                  <a:srgbClr val="FFFFFF"/>
                </a:solidFill>
                <a:latin typeface="sans-serif"/>
              </a:rPr>
              <a:t>31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